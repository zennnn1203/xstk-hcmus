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63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829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015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955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672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002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875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743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679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280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9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91A8B-82B8-4805-B82D-8055675519FD}" type="datetimeFigureOut">
              <a:rPr lang="vi-VN" smtClean="0"/>
              <a:t>01/12/2014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1D7A4-01B9-4B93-AEC0-FB4764D54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9321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KIỂM TRA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35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8794" y="618186"/>
            <a:ext cx="1049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Câu</a:t>
            </a:r>
            <a:r>
              <a:rPr lang="en-US" sz="2400" b="1" dirty="0" smtClean="0"/>
              <a:t> 1. Cho </a:t>
            </a:r>
            <a:r>
              <a:rPr lang="en-US" sz="2400" b="1" dirty="0" err="1" smtClean="0"/>
              <a:t>dữ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liệu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quý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năm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như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sau</a:t>
            </a:r>
            <a:r>
              <a:rPr lang="en-US" sz="2400" b="1" dirty="0" smtClean="0"/>
              <a:t>:</a:t>
            </a:r>
            <a:endParaRPr lang="vi-VN" sz="2400" b="1" dirty="0"/>
          </a:p>
        </p:txBody>
      </p:sp>
      <p:pic>
        <p:nvPicPr>
          <p:cNvPr id="15" name="Picture 14"/>
          <p:cNvPicPr/>
          <p:nvPr/>
        </p:nvPicPr>
        <p:blipFill>
          <a:blip r:embed="rId2"/>
          <a:stretch>
            <a:fillRect/>
          </a:stretch>
        </p:blipFill>
        <p:spPr>
          <a:xfrm>
            <a:off x="1827323" y="1136241"/>
            <a:ext cx="8540169" cy="36031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9525" y="4981980"/>
            <a:ext cx="10496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Yêu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cầu</a:t>
            </a:r>
            <a:r>
              <a:rPr lang="en-US" sz="2400" b="1" dirty="0" smtClean="0"/>
              <a:t>. </a:t>
            </a:r>
          </a:p>
          <a:p>
            <a:r>
              <a:rPr lang="en-US" sz="2400" b="1" dirty="0"/>
              <a:t>	</a:t>
            </a:r>
            <a:r>
              <a:rPr lang="en-US" sz="2400" b="1" dirty="0" smtClean="0"/>
              <a:t>1. </a:t>
            </a:r>
            <a:r>
              <a:rPr lang="en-US" sz="2400" b="1" dirty="0" err="1" smtClean="0"/>
              <a:t>Dùng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phương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pháp</a:t>
            </a:r>
            <a:r>
              <a:rPr lang="en-US" sz="2400" b="1" dirty="0" smtClean="0"/>
              <a:t>: SES(</a:t>
            </a:r>
            <a:r>
              <a:rPr lang="el-GR" sz="2400" b="1" dirty="0" smtClean="0"/>
              <a:t>α</a:t>
            </a:r>
            <a:r>
              <a:rPr lang="en-US" sz="2400" b="1" dirty="0" smtClean="0"/>
              <a:t>), HL(</a:t>
            </a:r>
            <a:r>
              <a:rPr lang="el-GR" sz="2400" b="1" dirty="0" smtClean="0"/>
              <a:t>α</a:t>
            </a:r>
            <a:r>
              <a:rPr lang="en-US" sz="2400" b="1" dirty="0" smtClean="0"/>
              <a:t>, </a:t>
            </a:r>
            <a:r>
              <a:rPr lang="el-GR" sz="2400" b="1" dirty="0" smtClean="0"/>
              <a:t>β</a:t>
            </a:r>
            <a:r>
              <a:rPr lang="en-US" sz="2400" b="1" dirty="0" smtClean="0"/>
              <a:t>) </a:t>
            </a:r>
            <a:r>
              <a:rPr lang="en-US" sz="2400" b="1" dirty="0" err="1" smtClean="0"/>
              <a:t>dự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báo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quý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năm</a:t>
            </a:r>
            <a:r>
              <a:rPr lang="en-US" sz="2400" b="1" dirty="0" smtClean="0"/>
              <a:t> 1972. (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</a:t>
            </a:r>
            <a:r>
              <a:rPr lang="el-GR" sz="2400" b="1" dirty="0" smtClean="0"/>
              <a:t>α</a:t>
            </a:r>
            <a:r>
              <a:rPr lang="en-US" sz="2400" b="1" smtClean="0"/>
              <a:t> </a:t>
            </a:r>
            <a:r>
              <a:rPr lang="en-US" sz="2400" b="1" smtClean="0"/>
              <a:t>= 0.25</a:t>
            </a:r>
            <a:r>
              <a:rPr lang="en-US" sz="2400" b="1" dirty="0" smtClean="0"/>
              <a:t>, </a:t>
            </a:r>
            <a:r>
              <a:rPr lang="el-GR" sz="2400" b="1" dirty="0" smtClean="0"/>
              <a:t>β</a:t>
            </a:r>
            <a:r>
              <a:rPr lang="en-US" sz="2400" b="1" dirty="0" smtClean="0"/>
              <a:t>=0.9)</a:t>
            </a:r>
          </a:p>
          <a:p>
            <a:r>
              <a:rPr lang="en-US" sz="2400" b="1" dirty="0"/>
              <a:t>	</a:t>
            </a:r>
            <a:r>
              <a:rPr lang="en-US" sz="2400" b="1" dirty="0" smtClean="0"/>
              <a:t>2. </a:t>
            </a:r>
            <a:r>
              <a:rPr lang="en-US" sz="2400" b="1" dirty="0" err="1" smtClean="0"/>
              <a:t>Đánh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giá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số</a:t>
            </a:r>
            <a:r>
              <a:rPr lang="en-US" sz="2400" b="1" dirty="0" smtClean="0"/>
              <a:t> RMSE </a:t>
            </a:r>
            <a:r>
              <a:rPr lang="en-US" sz="2400" b="1" dirty="0" err="1" smtClean="0"/>
              <a:t>cho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từng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phương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pháp</a:t>
            </a:r>
            <a:endParaRPr lang="vi-VN" sz="2400" b="1" dirty="0"/>
          </a:p>
        </p:txBody>
      </p:sp>
    </p:spTree>
    <p:extLst>
      <p:ext uri="{BB962C8B-B14F-4D97-AF65-F5344CB8AC3E}">
        <p14:creationId xmlns:p14="http://schemas.microsoft.com/office/powerpoint/2010/main" val="25475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8794" y="618186"/>
            <a:ext cx="1049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Câu</a:t>
            </a:r>
            <a:r>
              <a:rPr lang="en-US" sz="2400" b="1" dirty="0" smtClean="0"/>
              <a:t> 2. Cho </a:t>
            </a:r>
            <a:r>
              <a:rPr lang="en-US" sz="2400" b="1" dirty="0" err="1" smtClean="0"/>
              <a:t>dữ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liệu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về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nhập</a:t>
            </a:r>
            <a:r>
              <a:rPr lang="en-US" sz="2400" b="1" dirty="0" smtClean="0"/>
              <a:t> (X), chi </a:t>
            </a:r>
            <a:r>
              <a:rPr lang="en-US" sz="2400" b="1" dirty="0" err="1" smtClean="0"/>
              <a:t>tiêu</a:t>
            </a:r>
            <a:r>
              <a:rPr lang="en-US" sz="2400" b="1" dirty="0" smtClean="0"/>
              <a:t> (Y) </a:t>
            </a:r>
            <a:r>
              <a:rPr lang="en-US" sz="2400" b="1" dirty="0" err="1" smtClean="0"/>
              <a:t>như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sau</a:t>
            </a:r>
            <a:r>
              <a:rPr lang="en-US" sz="2400" b="1" dirty="0" smtClean="0"/>
              <a:t>:</a:t>
            </a:r>
            <a:endParaRPr lang="vi-V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89525" y="3320607"/>
            <a:ext cx="10496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Yêu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cầu</a:t>
            </a:r>
            <a:r>
              <a:rPr lang="en-US" sz="2400" b="1" dirty="0" smtClean="0"/>
              <a:t>. </a:t>
            </a:r>
          </a:p>
          <a:p>
            <a:r>
              <a:rPr lang="en-US" sz="2400" b="1" dirty="0"/>
              <a:t>	</a:t>
            </a:r>
            <a:r>
              <a:rPr lang="en-US" sz="2400" b="1" dirty="0" err="1" smtClean="0"/>
              <a:t>Dự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báo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cho</a:t>
            </a:r>
            <a:r>
              <a:rPr lang="en-US" sz="2400" b="1" dirty="0" smtClean="0"/>
              <a:t> chi </a:t>
            </a:r>
            <a:r>
              <a:rPr lang="en-US" sz="2400" b="1" dirty="0" err="1" smtClean="0"/>
              <a:t>tiêu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trung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bình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và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biệt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X</a:t>
            </a:r>
            <a:r>
              <a:rPr lang="en-US" b="1" dirty="0" smtClean="0"/>
              <a:t>0 </a:t>
            </a:r>
            <a:r>
              <a:rPr lang="en-US" sz="2000" b="1" dirty="0" smtClean="0"/>
              <a:t>= 150 </a:t>
            </a:r>
            <a:r>
              <a:rPr lang="en-US" sz="2000" b="1" dirty="0" err="1" smtClean="0"/>
              <a:t>và</a:t>
            </a:r>
            <a:r>
              <a:rPr lang="en-US" sz="2000" b="1" dirty="0" smtClean="0"/>
              <a:t> </a:t>
            </a:r>
            <a:r>
              <a:rPr lang="el-GR" sz="2000" b="1" dirty="0" smtClean="0"/>
              <a:t>γ</a:t>
            </a:r>
            <a:r>
              <a:rPr lang="en-US" sz="2000" b="1" dirty="0" smtClean="0"/>
              <a:t> = 95%.</a:t>
            </a:r>
            <a:endParaRPr lang="vi-VN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28594" b="1"/>
          <a:stretch/>
        </p:blipFill>
        <p:spPr>
          <a:xfrm>
            <a:off x="476519" y="1223493"/>
            <a:ext cx="11280356" cy="20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6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8794" y="618186"/>
            <a:ext cx="1049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Câu</a:t>
            </a:r>
            <a:r>
              <a:rPr lang="en-US" sz="2400" b="1" dirty="0" smtClean="0"/>
              <a:t> 3. Cho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chuỗi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thời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mô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hình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sau</a:t>
            </a:r>
            <a:r>
              <a:rPr lang="en-US" sz="2400" b="1" dirty="0" smtClean="0"/>
              <a:t>:</a:t>
            </a:r>
            <a:endParaRPr lang="vi-V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89525" y="1929688"/>
            <a:ext cx="10496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Yêu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cầu</a:t>
            </a:r>
            <a:r>
              <a:rPr lang="en-US" sz="2400" b="1" dirty="0" smtClean="0"/>
              <a:t>. </a:t>
            </a:r>
          </a:p>
          <a:p>
            <a:r>
              <a:rPr lang="en-US" sz="2400" b="1" dirty="0"/>
              <a:t>	</a:t>
            </a:r>
            <a:r>
              <a:rPr lang="en-US" sz="2400" b="1" dirty="0" smtClean="0"/>
              <a:t>a. </a:t>
            </a:r>
            <a:r>
              <a:rPr lang="en-US" sz="2400" b="1" dirty="0" err="1" smtClean="0"/>
              <a:t>Tìm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điều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kiện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số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chuỗi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trên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là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chuỗi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dừng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điều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kiện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nào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số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thì</a:t>
            </a:r>
            <a:r>
              <a:rPr lang="en-US" sz="2400" b="1" dirty="0" smtClean="0"/>
              <a:t> ACF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chuỗi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có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dạng</a:t>
            </a:r>
            <a:r>
              <a:rPr lang="en-US" sz="2400" b="1" dirty="0" smtClean="0"/>
              <a:t> song </a:t>
            </a:r>
            <a:r>
              <a:rPr lang="en-US" sz="2400" b="1" dirty="0" err="1" smtClean="0"/>
              <a:t>tắt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dần</a:t>
            </a:r>
            <a:r>
              <a:rPr lang="en-US" sz="2400" b="1" dirty="0" smtClean="0"/>
              <a:t>. </a:t>
            </a:r>
          </a:p>
          <a:p>
            <a:r>
              <a:rPr lang="en-US" sz="2400" b="1" dirty="0"/>
              <a:t>	</a:t>
            </a:r>
            <a:r>
              <a:rPr lang="en-US" sz="2400" b="1" dirty="0" smtClean="0"/>
              <a:t>b. </a:t>
            </a:r>
            <a:r>
              <a:rPr lang="en-US" sz="2400" b="1" dirty="0" err="1" smtClean="0"/>
              <a:t>Tìm</a:t>
            </a:r>
            <a:r>
              <a:rPr lang="en-US" sz="2400" b="1" dirty="0" smtClean="0"/>
              <a:t> ACF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chuỗi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</a:t>
            </a:r>
            <a:endParaRPr lang="vi-VN" sz="2400" b="1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40001"/>
              </p:ext>
            </p:extLst>
          </p:nvPr>
        </p:nvGraphicFramePr>
        <p:xfrm>
          <a:off x="3122947" y="1242990"/>
          <a:ext cx="510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5105160" imgH="380880" progId="Equation.DSMT4">
                  <p:embed/>
                </p:oleObj>
              </mc:Choice>
              <mc:Fallback>
                <p:oleObj name="Equation" r:id="rId3" imgW="510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2947" y="1242990"/>
                        <a:ext cx="510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474522"/>
              </p:ext>
            </p:extLst>
          </p:nvPr>
        </p:nvGraphicFramePr>
        <p:xfrm>
          <a:off x="4741863" y="3517812"/>
          <a:ext cx="186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1866600" imgH="736560" progId="Equation.DSMT4">
                  <p:embed/>
                </p:oleObj>
              </mc:Choice>
              <mc:Fallback>
                <p:oleObj name="Equation" r:id="rId5" imgW="1866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1863" y="3517812"/>
                        <a:ext cx="186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835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Equation</vt:lpstr>
      <vt:lpstr>KIỂM TRA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TRA</dc:title>
  <dc:creator>NGUYENVANPHONG</dc:creator>
  <cp:lastModifiedBy>NGUYENVANPHONG</cp:lastModifiedBy>
  <cp:revision>8</cp:revision>
  <dcterms:created xsi:type="dcterms:W3CDTF">2014-12-01T00:51:44Z</dcterms:created>
  <dcterms:modified xsi:type="dcterms:W3CDTF">2014-12-01T02:26:50Z</dcterms:modified>
</cp:coreProperties>
</file>